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Light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Inter ExtraBold"/>
      <p:bold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InterExtra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bold.fntdata"/><Relationship Id="rId17" Type="http://schemas.openxmlformats.org/officeDocument/2006/relationships/font" Target="fonts/InterLight-regular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boldItalic.fntdata"/><Relationship Id="rId19" Type="http://schemas.openxmlformats.org/officeDocument/2006/relationships/font" Target="fonts/InterLight-italic.fntdata"/><Relationship Id="rId18" Type="http://schemas.openxmlformats.org/officeDocument/2006/relationships/font" Target="fonts/Int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bd038151f8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bd038151f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d25ddfc1aa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d25ddfc1aa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25ddfc1a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25ddfc1a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d25ddfc1aa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d25ddfc1a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d25ddfc1aa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d25ddfc1aa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bc5df9f5e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bc5df9f5e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bd038151f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bd038151f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bd038151f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bd038151f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bd038151f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bd038151f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bd038151f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bd038151f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c42ab6413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c42ab6413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80F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334498" y="4868100"/>
            <a:ext cx="258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Confidential. Copyright 2021 30MPC.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710" y="981701"/>
            <a:ext cx="2822999" cy="31801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37900" y="1590450"/>
            <a:ext cx="45858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5000">
                <a:latin typeface="Inter ExtraBold"/>
                <a:ea typeface="Inter ExtraBold"/>
                <a:cs typeface="Inter ExtraBold"/>
                <a:sym typeface="Inter ExtraBold"/>
              </a:rPr>
              <a:t>Overview: The Demo Deck</a:t>
            </a:r>
            <a:endParaRPr sz="50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latin typeface="Inter ExtraBold"/>
                <a:ea typeface="Inter ExtraBold"/>
                <a:cs typeface="Inter ExtraBold"/>
                <a:sym typeface="Inter ExtraBold"/>
              </a:rPr>
              <a:t>🛑 STOP: Here’s how to use this template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24650" y="1189450"/>
            <a:ext cx="795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 get the most out of the Demo Deck, we recommend reading the overview to familiarize yourself with the flow, then building your own.</a:t>
            </a:r>
            <a:endParaRPr i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/>
          <p:nvPr/>
        </p:nvSpPr>
        <p:spPr>
          <a:xfrm rot="1167">
            <a:off x="1074441" y="3266155"/>
            <a:ext cx="7068300" cy="6453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1167">
            <a:off x="409125" y="2361938"/>
            <a:ext cx="7068300" cy="6453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074441" y="2371565"/>
            <a:ext cx="6150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Overview</a:t>
            </a:r>
            <a:br>
              <a:rPr lang="en" sz="1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Understand when, why, and how to use the Demo Deck</a:t>
            </a:r>
            <a:endParaRPr sz="1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25" y="2360726"/>
            <a:ext cx="646084" cy="64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41" y="3265629"/>
            <a:ext cx="646084" cy="64608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739757" y="3267216"/>
            <a:ext cx="6191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 your own!</a:t>
            </a:r>
            <a:br>
              <a:rPr lang="en" sz="1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Now it’s your turn. Make your own!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FCD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781375" y="576788"/>
            <a:ext cx="3171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Bring them up to speed</a:t>
            </a:r>
            <a:r>
              <a:rPr lang="en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Recap what you learned in discovery, focusing on the biggest business problems.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781375" y="2163913"/>
            <a:ext cx="3171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Stay out of</a:t>
            </a:r>
            <a:r>
              <a:rPr lang="en" sz="19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the weeds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the upfront expectation you’ll cover granular technical questions in another call.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781375" y="3654763"/>
            <a:ext cx="3171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Drive</a:t>
            </a: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demoscovery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Attach your learnings from discovery to the demo, then keep doing demoscovery.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727421" y="445025"/>
            <a:ext cx="967500" cy="1079225"/>
            <a:chOff x="4727421" y="445025"/>
            <a:chExt cx="967500" cy="1079225"/>
          </a:xfrm>
        </p:grpSpPr>
        <p:pic>
          <p:nvPicPr>
            <p:cNvPr id="78" name="Google Shape;78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0971" y="4450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7421" y="1040500"/>
              <a:ext cx="967500" cy="483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15"/>
          <p:cNvGrpSpPr/>
          <p:nvPr/>
        </p:nvGrpSpPr>
        <p:grpSpPr>
          <a:xfrm>
            <a:off x="4727421" y="2020563"/>
            <a:ext cx="967500" cy="1102375"/>
            <a:chOff x="4727421" y="2020563"/>
            <a:chExt cx="967500" cy="1102375"/>
          </a:xfrm>
        </p:grpSpPr>
        <p:pic>
          <p:nvPicPr>
            <p:cNvPr id="81" name="Google Shape;8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9396" y="2020563"/>
              <a:ext cx="823550" cy="823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27421" y="2639188"/>
              <a:ext cx="967500" cy="483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15"/>
          <p:cNvGrpSpPr/>
          <p:nvPr/>
        </p:nvGrpSpPr>
        <p:grpSpPr>
          <a:xfrm>
            <a:off x="4727421" y="3619275"/>
            <a:ext cx="967500" cy="1102375"/>
            <a:chOff x="4727421" y="3619275"/>
            <a:chExt cx="967500" cy="1102375"/>
          </a:xfrm>
        </p:grpSpPr>
        <p:pic>
          <p:nvPicPr>
            <p:cNvPr id="84" name="Google Shape;84;p1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799396" y="3619275"/>
              <a:ext cx="823550" cy="823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27421" y="4237900"/>
              <a:ext cx="967500" cy="483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5"/>
          <p:cNvSpPr txBox="1"/>
          <p:nvPr/>
        </p:nvSpPr>
        <p:spPr>
          <a:xfrm>
            <a:off x="576775" y="760350"/>
            <a:ext cx="415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even use the demo deck?</a:t>
            </a:r>
            <a:endParaRPr sz="30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76775" y="1751350"/>
            <a:ext cx="3231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Let’s say you’ve crushed a discovery call. 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The next step is often a demo to 2 or more stakeholders, AKA the big team demo.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It requires masterful call control to manage multiple prospects and keep the conversation on track.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So use the demo deck to engage the room early to set the stage prior to a demo</a:t>
            </a:r>
            <a:r>
              <a:rPr lang="en" sz="1200"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FCD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576775" y="760350"/>
            <a:ext cx="399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When should I use the demo deck?</a:t>
            </a:r>
            <a:endParaRPr sz="3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4736175" y="622688"/>
            <a:ext cx="4216800" cy="1177400"/>
            <a:chOff x="4736175" y="622688"/>
            <a:chExt cx="4216800" cy="1177400"/>
          </a:xfrm>
        </p:grpSpPr>
        <p:sp>
          <p:nvSpPr>
            <p:cNvPr id="95" name="Google Shape;95;p16"/>
            <p:cNvSpPr txBox="1"/>
            <p:nvPr/>
          </p:nvSpPr>
          <p:spPr>
            <a:xfrm>
              <a:off x="4736175" y="1276888"/>
              <a:ext cx="4216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On a second call where your champion brings in multiple people from their team to participate in the demo.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 rot="2727">
              <a:off x="4736274" y="624350"/>
              <a:ext cx="4159501" cy="598800"/>
            </a:xfrm>
            <a:prstGeom prst="roundRect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5429950" y="734600"/>
              <a:ext cx="3231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Multi-person demos</a:t>
              </a:r>
              <a:endParaRPr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98" name="Google Shape;98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36275" y="622688"/>
              <a:ext cx="599625" cy="599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6"/>
          <p:cNvGrpSpPr/>
          <p:nvPr/>
        </p:nvGrpSpPr>
        <p:grpSpPr>
          <a:xfrm>
            <a:off x="4736175" y="3459250"/>
            <a:ext cx="4216800" cy="1175925"/>
            <a:chOff x="4736175" y="3459250"/>
            <a:chExt cx="4216800" cy="1175925"/>
          </a:xfrm>
        </p:grpSpPr>
        <p:grpSp>
          <p:nvGrpSpPr>
            <p:cNvPr id="100" name="Google Shape;100;p16"/>
            <p:cNvGrpSpPr/>
            <p:nvPr/>
          </p:nvGrpSpPr>
          <p:grpSpPr>
            <a:xfrm>
              <a:off x="4736175" y="3459250"/>
              <a:ext cx="4216800" cy="1175925"/>
              <a:chOff x="4736175" y="3459250"/>
              <a:chExt cx="4216800" cy="1175925"/>
            </a:xfrm>
          </p:grpSpPr>
          <p:sp>
            <p:nvSpPr>
              <p:cNvPr id="101" name="Google Shape;101;p16"/>
              <p:cNvSpPr txBox="1"/>
              <p:nvPr/>
            </p:nvSpPr>
            <p:spPr>
              <a:xfrm>
                <a:off x="4736175" y="4111975"/>
                <a:ext cx="42168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Don’t use it for 1:1 disco calls. But if your 1st call is with 3+ stakeholders and you can’t separate the room, use it.  </a:t>
                </a:r>
                <a:endParaRPr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 rot="2727">
                <a:off x="4736274" y="3460900"/>
                <a:ext cx="4159501" cy="59880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3" name="Google Shape;103;p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736275" y="3460513"/>
                <a:ext cx="599625" cy="599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4" name="Google Shape;104;p16"/>
            <p:cNvSpPr txBox="1"/>
            <p:nvPr/>
          </p:nvSpPr>
          <p:spPr>
            <a:xfrm>
              <a:off x="5429950" y="3467850"/>
              <a:ext cx="32310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Multi-person</a:t>
              </a:r>
              <a:r>
                <a:rPr lang="en" sz="170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disco calls</a:t>
              </a:r>
              <a:endParaRPr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4736175" y="2051700"/>
            <a:ext cx="4216800" cy="1155938"/>
            <a:chOff x="4736175" y="1993775"/>
            <a:chExt cx="4216800" cy="1155938"/>
          </a:xfrm>
        </p:grpSpPr>
        <p:sp>
          <p:nvSpPr>
            <p:cNvPr id="106" name="Google Shape;106;p16"/>
            <p:cNvSpPr txBox="1"/>
            <p:nvPr/>
          </p:nvSpPr>
          <p:spPr>
            <a:xfrm>
              <a:off x="4736175" y="2626513"/>
              <a:ext cx="4216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Leverage this when</a:t>
              </a: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your champion is bringing you to power and you need to run a tight, punchy executive demo.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 rot="2479">
              <a:off x="4736274" y="1995275"/>
              <a:ext cx="4159501" cy="598800"/>
            </a:xfrm>
            <a:prstGeom prst="roundRect">
              <a:avLst>
                <a:gd fmla="val 50000" name="adj"/>
              </a:avLst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36275" y="1994413"/>
              <a:ext cx="599625" cy="599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6"/>
            <p:cNvSpPr txBox="1"/>
            <p:nvPr/>
          </p:nvSpPr>
          <p:spPr>
            <a:xfrm>
              <a:off x="5429950" y="2106075"/>
              <a:ext cx="3231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Executive presentation</a:t>
              </a:r>
              <a:endParaRPr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" name="Google Shape;110;p16"/>
          <p:cNvSpPr txBox="1"/>
          <p:nvPr/>
        </p:nvSpPr>
        <p:spPr>
          <a:xfrm>
            <a:off x="576775" y="1751350"/>
            <a:ext cx="3231000" cy="20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The demo deck is a perfect combination of the recap and discovery that’s typically expected in a 2nd or 3rd call.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Use the demo deck when you need to keep multi-person rooms on track. 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That might be in a demo after a discovery call or when you’re sent up to power to nail an </a:t>
            </a:r>
            <a:r>
              <a:rPr lang="en" sz="1200">
                <a:latin typeface="Inter"/>
                <a:ea typeface="Inter"/>
                <a:cs typeface="Inter"/>
                <a:sym typeface="Inter"/>
              </a:rPr>
              <a:t>executive</a:t>
            </a:r>
            <a:r>
              <a:rPr lang="en" sz="1200">
                <a:latin typeface="Inter"/>
                <a:ea typeface="Inter"/>
                <a:cs typeface="Inter"/>
                <a:sym typeface="Inter"/>
              </a:rPr>
              <a:t> meeting.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FCD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576775" y="760350"/>
            <a:ext cx="399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Slide-by-Slide: The demo deck flow</a:t>
            </a:r>
            <a:endParaRPr sz="3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76775" y="1751350"/>
            <a:ext cx="32310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Don’t deck them to death! 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Recap their current priorities and use that to drive 10-15 minutes of discovery.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Then give them a sense of how you can help and get on with the demo where you can keep driving demoscovery.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220550" y="1772350"/>
            <a:ext cx="543300" cy="1650600"/>
          </a:xfrm>
          <a:prstGeom prst="rect">
            <a:avLst/>
          </a:prstGeom>
          <a:solidFill>
            <a:srgbClr val="FAED5C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endParaRPr sz="1700"/>
          </a:p>
        </p:txBody>
      </p:sp>
      <p:sp>
        <p:nvSpPr>
          <p:cNvPr id="119" name="Google Shape;119;p17"/>
          <p:cNvSpPr/>
          <p:nvPr/>
        </p:nvSpPr>
        <p:spPr>
          <a:xfrm>
            <a:off x="5764575" y="1772347"/>
            <a:ext cx="2594100" cy="1650600"/>
          </a:xfrm>
          <a:prstGeom prst="rect">
            <a:avLst/>
          </a:prstGeom>
          <a:solidFill>
            <a:srgbClr val="6480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20" name="Google Shape;120;p17"/>
          <p:cNvSpPr txBox="1"/>
          <p:nvPr/>
        </p:nvSpPr>
        <p:spPr>
          <a:xfrm rot="-4210">
            <a:off x="5244863" y="1890735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17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820772" y="1768950"/>
            <a:ext cx="2576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&amp; Attendees</a:t>
            </a:r>
            <a:endParaRPr sz="17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820772" y="2175226"/>
            <a:ext cx="24942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Priorities</a:t>
            </a:r>
            <a:endParaRPr sz="17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820772" y="2632849"/>
            <a:ext cx="2354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We Help</a:t>
            </a:r>
            <a:endParaRPr sz="17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820772" y="3066063"/>
            <a:ext cx="2331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Your Wishlist</a:t>
            </a:r>
            <a:endParaRPr sz="17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 rot="-2748">
            <a:off x="5302124" y="2342231"/>
            <a:ext cx="375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17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 rot="-5313">
            <a:off x="5295809" y="2753382"/>
            <a:ext cx="388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17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 rot="-5351">
            <a:off x="5297107" y="3164675"/>
            <a:ext cx="38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17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28" name="Google Shape;128;p17"/>
          <p:cNvCxnSpPr/>
          <p:nvPr/>
        </p:nvCxnSpPr>
        <p:spPr>
          <a:xfrm>
            <a:off x="5236550" y="2186550"/>
            <a:ext cx="3122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5236550" y="2590148"/>
            <a:ext cx="3122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5236550" y="3009000"/>
            <a:ext cx="3122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7"/>
          <p:cNvSpPr/>
          <p:nvPr/>
        </p:nvSpPr>
        <p:spPr>
          <a:xfrm rot="-232480">
            <a:off x="5234414" y="1209845"/>
            <a:ext cx="3094373" cy="314233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 rot="-234790">
            <a:off x="5383135" y="1231195"/>
            <a:ext cx="2861772" cy="2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You only need 4 slides:</a:t>
            </a:r>
            <a:endParaRPr sz="17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308863" y="35346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Then, jump into the demo!</a:t>
            </a:r>
            <a:endParaRPr sz="17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80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437900" y="1590450"/>
            <a:ext cx="47574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Template</a:t>
            </a:r>
            <a:r>
              <a:rPr lang="en" sz="5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Build your own Demo Deck</a:t>
            </a:r>
            <a:endParaRPr sz="50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334498" y="4868100"/>
            <a:ext cx="258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Confidential. Copyright 2021 30MPC.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710" y="981701"/>
            <a:ext cx="2822999" cy="3180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latin typeface="Inter ExtraBold"/>
                <a:ea typeface="Inter ExtraBold"/>
                <a:cs typeface="Inter ExtraBold"/>
                <a:sym typeface="Inter ExtraBold"/>
              </a:rPr>
              <a:t>Agenda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4893550" y="1592400"/>
            <a:ext cx="33135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Introductions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[5 min]</a:t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Recap of Key Priorities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[10 min]</a:t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Live</a:t>
            </a: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Demo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r>
              <a:rPr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min]</a:t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Next Steps</a:t>
            </a:r>
            <a:br>
              <a:rPr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[5 min]</a:t>
            </a:r>
            <a:endParaRPr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423555" y="2312980"/>
            <a:ext cx="175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Prospect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TITLE GOES HERE</a:t>
            </a:r>
            <a:endParaRPr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COMPANY NAME GOES HERE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2179380" y="2312980"/>
            <a:ext cx="175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Prospect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TITLE GOES HERE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COMPANY NAME GOES HERE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179405" y="3954981"/>
            <a:ext cx="175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 Teammate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423580" y="3954981"/>
            <a:ext cx="175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50" y="1262225"/>
            <a:ext cx="1094100" cy="10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 rotWithShape="1">
          <a:blip r:embed="rId4">
            <a:alphaModFix/>
          </a:blip>
          <a:srcRect b="13762" l="12495" r="7306" t="6039"/>
          <a:stretch/>
        </p:blipFill>
        <p:spPr>
          <a:xfrm>
            <a:off x="532141" y="2883723"/>
            <a:ext cx="1094100" cy="1091400"/>
          </a:xfrm>
          <a:prstGeom prst="roundRect">
            <a:avLst>
              <a:gd fmla="val 6991" name="adj"/>
            </a:avLst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7950" y="2882375"/>
            <a:ext cx="1094100" cy="1094100"/>
          </a:xfrm>
          <a:prstGeom prst="roundRect">
            <a:avLst>
              <a:gd fmla="val 8505" name="adj"/>
            </a:avLst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950" y="1262225"/>
            <a:ext cx="1094100" cy="10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latin typeface="Inter ExtraBold"/>
                <a:ea typeface="Inter ExtraBold"/>
                <a:cs typeface="Inter ExtraBold"/>
                <a:sym typeface="Inter ExtraBold"/>
              </a:rPr>
              <a:t>Key priorities we’ve learned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261175" y="19623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  <a:t>Their Logo</a:t>
            </a:r>
            <a:endParaRPr>
              <a:solidFill>
                <a:srgbClr val="6480F8"/>
              </a:solidFill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261175" y="31215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  <a:t>Your Logo</a:t>
            </a:r>
            <a:endParaRPr>
              <a:solidFill>
                <a:srgbClr val="6480F8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3532400" y="1563350"/>
            <a:ext cx="52998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Focus on Business Problems: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Title the top 4 business priorities, not technical problems.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Speak in Problems: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Phrase them in terms of “looking for or can’t do X to accomplish Y”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Punchy Phrases: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Make sure you keep the description on 2 lines. Less is more.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Stop and Calibrate: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Before moving on, ask if this aligns with their key priorities.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>
            <a:off x="1065330" y="2757510"/>
            <a:ext cx="13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3473680" y="2669847"/>
            <a:ext cx="22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Focus language on the problem you solve, not the feature.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549053" y="2669847"/>
            <a:ext cx="22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Break down what you do in 1,2,3 steps whenever possible.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70853" y="2242975"/>
            <a:ext cx="26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Break it Down</a:t>
            </a:r>
            <a:endParaRPr i="0" sz="1400" u="none" cap="none" strike="noStrike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6212445" y="2242975"/>
            <a:ext cx="26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 it Back</a:t>
            </a:r>
            <a:endParaRPr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398306" y="2669847"/>
            <a:ext cx="224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Explain how this applies to their problems on the previous slide.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73" name="Google Shape;173;p21"/>
          <p:cNvCxnSpPr/>
          <p:nvPr/>
        </p:nvCxnSpPr>
        <p:spPr>
          <a:xfrm>
            <a:off x="2809251" y="2445947"/>
            <a:ext cx="66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1"/>
          <p:cNvSpPr txBox="1"/>
          <p:nvPr/>
        </p:nvSpPr>
        <p:spPr>
          <a:xfrm>
            <a:off x="3291649" y="2242975"/>
            <a:ext cx="26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Speak in Problems</a:t>
            </a:r>
            <a:endParaRPr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75" name="Google Shape;175;p21"/>
          <p:cNvCxnSpPr/>
          <p:nvPr/>
        </p:nvCxnSpPr>
        <p:spPr>
          <a:xfrm>
            <a:off x="5730047" y="2445947"/>
            <a:ext cx="66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1"/>
          <p:cNvSpPr txBox="1"/>
          <p:nvPr/>
        </p:nvSpPr>
        <p:spPr>
          <a:xfrm>
            <a:off x="737588" y="3723738"/>
            <a:ext cx="768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With a bold problem statement to explain where you help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1"/>
          <p:cNvSpPr/>
          <p:nvPr/>
        </p:nvSpPr>
        <p:spPr>
          <a:xfrm rot="-298217">
            <a:off x="986541" y="1698600"/>
            <a:ext cx="1388521" cy="27465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 rot="-300590">
            <a:off x="1085758" y="1743348"/>
            <a:ext cx="1188641" cy="1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Thing you do 1</a:t>
            </a:r>
            <a:endParaRPr sz="11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Google Shape;179;p21"/>
          <p:cNvSpPr/>
          <p:nvPr/>
        </p:nvSpPr>
        <p:spPr>
          <a:xfrm rot="-298217">
            <a:off x="3907341" y="1698600"/>
            <a:ext cx="1388521" cy="27465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 rot="-300590">
            <a:off x="4006558" y="1743348"/>
            <a:ext cx="1188641" cy="1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Thing you do 2</a:t>
            </a:r>
            <a:endParaRPr sz="11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1" name="Google Shape;181;p21"/>
          <p:cNvSpPr/>
          <p:nvPr/>
        </p:nvSpPr>
        <p:spPr>
          <a:xfrm rot="-298217">
            <a:off x="6828141" y="1698600"/>
            <a:ext cx="1388521" cy="274651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 rot="-300590">
            <a:off x="6927358" y="1743348"/>
            <a:ext cx="1188641" cy="1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Thing you do 3</a:t>
            </a:r>
            <a:endParaRPr sz="11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3" name="Google Shape;1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latin typeface="Inter ExtraBold"/>
                <a:ea typeface="Inter ExtraBold"/>
                <a:cs typeface="Inter ExtraBold"/>
                <a:sym typeface="Inter ExtraBold"/>
              </a:rPr>
              <a:t>Where we can help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000">
                <a:latin typeface="Inter ExtraBold"/>
                <a:ea typeface="Inter ExtraBold"/>
                <a:cs typeface="Inter ExtraBold"/>
                <a:sym typeface="Inter ExtraBold"/>
              </a:rPr>
              <a:t>What does success look like today?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3532400" y="1563350"/>
            <a:ext cx="52998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Create Their Wishlist: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Ask them what they need to see by the end of today’s call.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Take Live Notes: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Document on the key problems or success criteria they share.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 The Room: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Explicitly callout critical stakeholders in the room for their input.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Keep it High Level: 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technical asks come up, explain those will be covered on another call.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261175" y="19623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  <a:t>Their Logo</a:t>
            </a:r>
            <a:endParaRPr>
              <a:solidFill>
                <a:srgbClr val="6480F8"/>
              </a:solidFill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261175" y="31215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  <a:t>Your Logo</a:t>
            </a:r>
            <a:endParaRPr>
              <a:solidFill>
                <a:srgbClr val="6480F8"/>
              </a:solidFill>
            </a:endParaRPr>
          </a:p>
        </p:txBody>
      </p:sp>
      <p:cxnSp>
        <p:nvCxnSpPr>
          <p:cNvPr id="192" name="Google Shape;192;p22"/>
          <p:cNvCxnSpPr/>
          <p:nvPr/>
        </p:nvCxnSpPr>
        <p:spPr>
          <a:xfrm>
            <a:off x="1065330" y="2757510"/>
            <a:ext cx="13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/>
        </p:nvSpPr>
        <p:spPr>
          <a:xfrm>
            <a:off x="4983350" y="1177275"/>
            <a:ext cx="3000000" cy="240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  <a:t>Your </a:t>
            </a:r>
            <a:br>
              <a:rPr b="1" lang="en" sz="72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7200">
                <a:solidFill>
                  <a:srgbClr val="6480F8"/>
                </a:solidFill>
                <a:latin typeface="Inter"/>
                <a:ea typeface="Inter"/>
                <a:cs typeface="Inter"/>
                <a:sym typeface="Inter"/>
              </a:rPr>
              <a:t>Logo</a:t>
            </a:r>
            <a:endParaRPr sz="7200">
              <a:solidFill>
                <a:srgbClr val="6480F8"/>
              </a:solidFill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437900" y="1590450"/>
            <a:ext cx="45858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5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View</a:t>
            </a:r>
            <a:r>
              <a:rPr lang="en" sz="5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</a:t>
            </a:r>
            <a:br>
              <a:rPr lang="en" sz="5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n" sz="5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Live Demo!</a:t>
            </a:r>
            <a:endParaRPr sz="50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